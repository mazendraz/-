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640080"/>
            <a:ext cx="960120" cy="960120"/>
          </a:xfrm>
          <a:prstGeom prst="roundRect">
            <a:avLst>
              <a:gd name="adj" fmla="val 17143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64008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ع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Assemah · Partner Portal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لوحة تحكم المزوّد — جولة شرح كاملة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AEC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تسجيل الدخول حتى استقبال الطلبات وتفعيل إشعارات تليجرام — خطوة بخطوة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1430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A4F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43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2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تسجيل الدخول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3429000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تفتح بوابة المزوّد وتدخل الإيميل والباسورد بتوعك، وتضغط زر Sign in. دي نفس بيانات حسابك اللي فريق العاصمة سلّمهالك.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544068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FF7E6"/>
          </a:solidFill>
          <a:ln w="12700">
            <a:solidFill>
              <a:srgbClr val="EAD9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440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B5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حسابك مقفول على شركتك أنت بس — مش هتشوف غير بيانات "example — Security Doors".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62856" y="1495255"/>
            <a:ext cx="7379208" cy="3867490"/>
          </a:xfrm>
          <a:prstGeom prst="roundRect">
            <a:avLst>
              <a:gd name="adj" fmla="val 1891"/>
            </a:avLst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  <a:effectLst>
            <a:outerShdw sx="100000" sy="100000" kx="0" ky="0" algn="bl" rotWithShape="0" blurRad="127000" dist="50800" dir="5400000">
              <a:srgbClr val="8494a0">
                <a:alpha val="35000"/>
              </a:srgbClr>
            </a:outerShdw>
          </a:effectLst>
        </p:spPr>
      </p:sp>
      <p:pic>
        <p:nvPicPr>
          <p:cNvPr id="10" name="Image 0" descr="/sessions/pensive-affectionate-mendel/mnt/outputs/screens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550119"/>
            <a:ext cx="7269480" cy="37577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1430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A4F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43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2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نتايجك في لمحة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3429000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 ما تدخل بتلاقي الصفحة الرئيسية. فوق أربع أرقام سريعة: إجمالي الطلبات، الطلبات الجديدة، معدل التحويل، والتقييم. وتحتها منحنى بيوريك حركة طلباتك، ودايرة توزيع الطلبات حسب حالتها — كل ده بيتحدّث لحظياً عشان تتابع نتايجك بسهولة.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62856" y="1495255"/>
            <a:ext cx="7379208" cy="3867490"/>
          </a:xfrm>
          <a:prstGeom prst="roundRect">
            <a:avLst>
              <a:gd name="adj" fmla="val 1891"/>
            </a:avLst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  <a:effectLst>
            <a:outerShdw sx="100000" sy="100000" kx="0" ky="0" algn="bl" rotWithShape="0" blurRad="127000" dist="50800" dir="5400000">
              <a:srgbClr val="8494a0">
                <a:alpha val="35000"/>
              </a:srgbClr>
            </a:outerShdw>
          </a:effectLst>
        </p:spPr>
      </p:sp>
      <p:pic>
        <p:nvPicPr>
          <p:cNvPr id="8" name="Image 0" descr="/sessions/pensive-affectionate-mendel/mnt/outputs/screens/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550119"/>
            <a:ext cx="7269480" cy="37577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1430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A4F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43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2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العملاء بيجولك هنا — اتواصل وحدّث الحالة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3429000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 عميل يطلب خدمتك، بيظهر كـ Lead جديد. بتشوف اسمه، رقمه، الخدمة، المنطقة، والميزانية. تتواصل معاه، وبعدها تفتح القائمة المنسدلة وتنقل الطلب في مساره: New ← Contacted ← In Progress ← Completed.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544068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FF7E6"/>
          </a:solidFill>
          <a:ln w="12700">
            <a:solidFill>
              <a:srgbClr val="EAD9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440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B5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ما تحدّث الحالة بدقة وتخلّص بسرعة، كل ما فرصتك في تقييم إيجابي تكبر.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62856" y="1495255"/>
            <a:ext cx="7379208" cy="3867490"/>
          </a:xfrm>
          <a:prstGeom prst="roundRect">
            <a:avLst>
              <a:gd name="adj" fmla="val 1891"/>
            </a:avLst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  <a:effectLst>
            <a:outerShdw sx="100000" sy="100000" kx="0" ky="0" algn="bl" rotWithShape="0" blurRad="127000" dist="50800" dir="5400000">
              <a:srgbClr val="8494a0">
                <a:alpha val="35000"/>
              </a:srgbClr>
            </a:outerShdw>
          </a:effectLst>
        </p:spPr>
      </p:sp>
      <p:pic>
        <p:nvPicPr>
          <p:cNvPr id="10" name="Image 0" descr="/sessions/pensive-affectionate-mendel/mnt/outputs/screens/lea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550119"/>
            <a:ext cx="7269480" cy="37577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1430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A4F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43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2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تقييمات العملاء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3429000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ما تخدم العميل، بيقدر يسيبلك تقييم بالنجوم. كل تقييماتك بتتجمّع هنا مع المتوسط العام، وتقدر تفلترها بعدد النجوم. الالتزام والسرعة بيجيبولك ريفيوهات إيجابية بتزوّد ثقة العملاء الجداد فيك.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62856" y="1495255"/>
            <a:ext cx="7379208" cy="3867490"/>
          </a:xfrm>
          <a:prstGeom prst="roundRect">
            <a:avLst>
              <a:gd name="adj" fmla="val 1891"/>
            </a:avLst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  <a:effectLst>
            <a:outerShdw sx="100000" sy="100000" kx="0" ky="0" algn="bl" rotWithShape="0" blurRad="127000" dist="50800" dir="5400000">
              <a:srgbClr val="8494a0">
                <a:alpha val="35000"/>
              </a:srgbClr>
            </a:outerShdw>
          </a:effectLst>
        </p:spPr>
      </p:sp>
      <p:pic>
        <p:nvPicPr>
          <p:cNvPr id="8" name="Image 0" descr="/sessions/pensive-affectionate-mendel/mnt/outputs/screens/revi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550119"/>
            <a:ext cx="7269480" cy="37577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1430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A4F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43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2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أضف مشاريعك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3429000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تاب Projects بتعرض أعمالك السابقة اللي بتظهر على ملفك العام وبتجذب عملاء جدد. اضغط زر "Add project" عشان تضيف مشروع جديد.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62856" y="1495255"/>
            <a:ext cx="7379208" cy="3867490"/>
          </a:xfrm>
          <a:prstGeom prst="roundRect">
            <a:avLst>
              <a:gd name="adj" fmla="val 1891"/>
            </a:avLst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  <a:effectLst>
            <a:outerShdw sx="100000" sy="100000" kx="0" ky="0" algn="bl" rotWithShape="0" blurRad="127000" dist="50800" dir="5400000">
              <a:srgbClr val="8494a0">
                <a:alpha val="35000"/>
              </a:srgbClr>
            </a:outerShdw>
          </a:effectLst>
        </p:spPr>
      </p:sp>
      <p:pic>
        <p:nvPicPr>
          <p:cNvPr id="8" name="Image 0" descr="/sessions/pensive-affectionate-mendel/mnt/outputs/screens/proj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550119"/>
            <a:ext cx="7269480" cy="37577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1430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A4F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43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2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املأ بيانات المشروع وابعته للمراجعة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3429000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ترفع صورة المشروع، وتكتب العنوان والسنة والوصف، وتضغط "Submit for review". المشروع بيروح لمراجعة الأدمن الأول، وبعد الموافقة بيتنشر على ملفك العام تلقائياً.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544068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FF7E6"/>
          </a:solidFill>
          <a:ln w="12700">
            <a:solidFill>
              <a:srgbClr val="EAD9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440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B5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 مشروع جديد أو معدّل بيتراجع قبل النشر — عشان الجودة تفضل عالية.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62856" y="1495255"/>
            <a:ext cx="7379208" cy="3867490"/>
          </a:xfrm>
          <a:prstGeom prst="roundRect">
            <a:avLst>
              <a:gd name="adj" fmla="val 1891"/>
            </a:avLst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  <a:effectLst>
            <a:outerShdw sx="100000" sy="100000" kx="0" ky="0" algn="bl" rotWithShape="0" blurRad="127000" dist="50800" dir="5400000">
              <a:srgbClr val="8494a0">
                <a:alpha val="35000"/>
              </a:srgbClr>
            </a:outerShdw>
          </a:effectLst>
        </p:spPr>
      </p:sp>
      <p:pic>
        <p:nvPicPr>
          <p:cNvPr id="10" name="Image 0" descr="/sessions/pensive-affectionate-mendel/mnt/outputs/screens/addproj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550119"/>
            <a:ext cx="7269480" cy="37577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1430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A4F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43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2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فعّل الإشعارات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3429000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ادخل على تاب Settings. من هنا بتتحكم في إشعاراتك: إشعارات المتصفح شغّالة أصلاً، وعشان يجيلك كل طلب جديد على تليجرام على طول، اضغط زر "Connect" جنب Telegram alerts.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62856" y="1495255"/>
            <a:ext cx="7379208" cy="3867490"/>
          </a:xfrm>
          <a:prstGeom prst="roundRect">
            <a:avLst>
              <a:gd name="adj" fmla="val 1891"/>
            </a:avLst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  <a:effectLst>
            <a:outerShdw sx="100000" sy="100000" kx="0" ky="0" algn="bl" rotWithShape="0" blurRad="127000" dist="50800" dir="5400000">
              <a:srgbClr val="8494a0">
                <a:alpha val="35000"/>
              </a:srgbClr>
            </a:outerShdw>
          </a:effectLst>
        </p:spPr>
      </p:sp>
      <p:pic>
        <p:nvPicPr>
          <p:cNvPr id="8" name="Image 0" descr="/sessions/pensive-affectionate-mendel/mnt/outputs/screens/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550119"/>
            <a:ext cx="7269480" cy="37577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1430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A4F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43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2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اضغط Start… وخلاص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3429000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الزر بيوديك لبوت العاصمة على تليجرام (ALASSEMAbot@). تضغط "START BOT" مرة واحدة، وكده بقى أي عميل جديد يطلب خدمتك هيوصلك كرسالة تليجرام فورية على موبايلك.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544068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FF7E6"/>
          </a:solidFill>
          <a:ln w="12700">
            <a:solidFill>
              <a:srgbClr val="EAD9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440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B5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ده أسرع طريقة تتابع بيها طلباتك وانت بره اللوحة.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62856" y="1495255"/>
            <a:ext cx="7379208" cy="3867490"/>
          </a:xfrm>
          <a:prstGeom prst="roundRect">
            <a:avLst>
              <a:gd name="adj" fmla="val 1891"/>
            </a:avLst>
          </a:prstGeom>
          <a:solidFill>
            <a:srgbClr val="FFFFFF"/>
          </a:solidFill>
          <a:ln w="12700">
            <a:solidFill>
              <a:srgbClr val="D8DEE3"/>
            </a:solidFill>
            <a:prstDash val="solid"/>
          </a:ln>
          <a:effectLst>
            <a:outerShdw sx="100000" sy="100000" kx="0" ky="0" algn="bl" rotWithShape="0" blurRad="127000" dist="50800" dir="5400000">
              <a:srgbClr val="8494a0">
                <a:alpha val="35000"/>
              </a:srgbClr>
            </a:outerShdw>
          </a:effectLst>
        </p:spPr>
      </p:sp>
      <p:pic>
        <p:nvPicPr>
          <p:cNvPr id="10" name="Image 0" descr="/sessions/pensive-affectionate-mendel/mnt/outputs/screens/tele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550119"/>
            <a:ext cx="7269480" cy="37577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وكده اتفرجت على اللوحة كلها 🎉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B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ابدأ من تسجيل الدخول، تابع طلباتك كل يوم من Overview و Leads، وفعّل تليجرام عشان مايفوتكش أي عميل.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9646920" y="640080"/>
            <a:ext cx="960120" cy="960120"/>
          </a:xfrm>
          <a:prstGeom prst="roundRect">
            <a:avLst>
              <a:gd name="adj" fmla="val 17143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646920" y="64008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ع</a:t>
            </a: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2026-07-18T15:56:45Z</dcterms:created>
  <dcterms:modified xsi:type="dcterms:W3CDTF">2026-07-18T15:56:45Z</dcterms:modified>
</cp:coreProperties>
</file>
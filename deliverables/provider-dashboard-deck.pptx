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6858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685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العاصمة الرقمية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لوحة تحكم المزوّد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جولة تعريفية على كل شاشات Provider Dashboard — من استقبال الطلبات حتى التحليلات والتقييمات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 هي لوحة تحكم المزوّد؟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 مركز تحكّم شركة الخدمة داخل سوق العاصمة الرقمي. بمجرد تسجيل الدخول تُقفَل اللوحة على شركتك أنت فقط، وتديرها كلها من مكان واحد: الطلبات، المشاريع، التقييمات، والأداء.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60920" y="132588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  <a:effectLst>
            <a:outerShdw sx="100000" sy="100000" kx="0" ky="0" algn="bl" rotWithShape="0" blurRad="76200" dist="25400" dir="5400000">
              <a:srgbClr val="8899a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0" y="1435608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915400" y="143560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الطلبات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60920" y="2532888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  <a:effectLst>
            <a:outerShdw sx="100000" sy="100000" kx="0" ky="0" algn="bl" rotWithShape="0" blurRad="76200" dist="25400" dir="5400000">
              <a:srgbClr val="8899a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0" y="2642616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915400" y="2642616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معدل التحويل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60920" y="3739896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  <a:effectLst>
            <a:outerShdw sx="100000" sy="100000" kx="0" ky="0" algn="bl" rotWithShape="0" blurRad="76200" dist="25400" dir="5400000">
              <a:srgbClr val="8899aa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0" y="3849624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915400" y="3849624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التقييم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4946904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  <a:effectLst>
            <a:outerShdw sx="100000" sy="100000" kx="0" ky="0" algn="bl" rotWithShape="0" blurRad="76200" dist="25400" dir="5400000">
              <a:srgbClr val="8899aa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0" y="5056632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15400" y="505663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مشاريع منجزة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سبعة أقسام في مكان واحد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4F7F9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00200" y="171907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نظرة عامة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مؤشرات ورسوم سريعة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4F7F9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71907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الطلبات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استقبال ومتابعة العملاء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4F7F9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171907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المشاريع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معرض أعمالك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06840" y="14630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4F7F9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71907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966960" y="1719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9828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التقييمات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98280" y="2880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آراء العملاء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4F7F9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400507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1600200" y="4005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التحليلات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" y="5166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أداء أعمق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429000" y="37490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4F7F9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400507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0" y="4005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52044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الملف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520440" y="5166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شركتك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17920" y="37490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4F7F9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78040" y="4005072"/>
            <a:ext cx="640080" cy="64008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7178040" y="40050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30936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F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الإعدادات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309360" y="5166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الإشعارات والربط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نظرة عامة —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الصفحة الرئيسية التي تمنحك نبضة سريعة عن أداء نشاطك في لمحة واحدة.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395728"/>
            <a:ext cx="457200" cy="45720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0" y="21762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بطاقات المؤشرات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الطلبات، الطلبات الجديدة، معدل التحويل، والتقييم — تتحدّث لحظياً.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44200" y="3813048"/>
            <a:ext cx="457200" cy="45720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0744200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0" y="35935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الطلبات عبر الوقت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منحنى بحركة الطلبات في آخر 14 يوماً بجانب دائرة توزيع حسب الحالة.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5230368"/>
            <a:ext cx="457200" cy="457200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10744200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0" y="50109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أحدث الطلبات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394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آخر 5 طلبات مع إمكانية تغيير حالة كل طلب مباشرة من نفس الشاشة.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الطلبات — Leads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قلب اللوحة — هنا تدير كل طلبات العملاء من الاستلام حتى الاكتمال.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66560" y="2011680"/>
            <a:ext cx="4754880" cy="3291840"/>
          </a:xfrm>
          <a:prstGeom prst="roundRect">
            <a:avLst>
              <a:gd name="adj" fmla="val 3333"/>
            </a:avLst>
          </a:prstGeom>
          <a:solidFill>
            <a:srgbClr val="F4F7F9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240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LD-2043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149840" y="221284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10149840" y="22128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جديد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0" y="2743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أحمد مصطفى — 0111 222 3344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0" y="3108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تشطيب شقة 180م · R7 · 250–350 ألف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40880" y="365760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3794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65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«شقة استلام محارة، مطلوب تشطيب سوبر لوكس خلال 3 شهور»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269480" y="4572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الحالة: جديد 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2194560"/>
            <a:ext cx="411480" cy="41148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2148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بحث ذكي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" y="253288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بالاسم أو الهاتف أو رقم المرجع أو الخدمة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06440" y="3246120"/>
            <a:ext cx="411480" cy="41148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3200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فلترة بالحالة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" y="35844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جديد · تم التواصل · قيد التنفيذ · مكتمل · ملغي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06440" y="4297680"/>
            <a:ext cx="411480" cy="41148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80644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4251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تحديث فوري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0080" y="46360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انقل الطلب في مساره من قائمة منسدلة واحدة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المشاريع — Projects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معرض أعمالك الذي يظهر على ملفك العام ويجذب عملاء جدداً.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0" y="237744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2377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إضافة / تعديل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35240" y="23774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F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377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قيد المراجعة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77640" y="237744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F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2377440"/>
            <a:ext cx="3017520" cy="9144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77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منشور على الملف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مشروع جديد أو معدّل يمرّ على مراجعة الأدمن قبل نشره على ملفك العام. شارة الحالة على كل بطاقة توضّح موضعها: قيد المراجعة، منشور، أو غير معتمد.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التقييمات والتحليلات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309360" y="1463040"/>
            <a:ext cx="5212080" cy="4480560"/>
          </a:xfrm>
          <a:prstGeom prst="roundRect">
            <a:avLst>
              <a:gd name="adj" fmla="val 2857"/>
            </a:avLst>
          </a:prstGeom>
          <a:solidFill>
            <a:srgbClr val="F4F7F9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173736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62940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8096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التقييمات — Reviews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629400" y="25146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  ★★★★★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629400" y="32004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كل الآراء في مكان واحد مع فلترة بعدد النجوم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400" y="39776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بحث نصّي داخل التقييمات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47548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علامة «موثّق» للتقييمات من عملاء حقيقيين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463040"/>
            <a:ext cx="5212080" cy="4480560"/>
          </a:xfrm>
          <a:prstGeom prst="roundRect">
            <a:avLst>
              <a:gd name="adj" fmla="val 2857"/>
            </a:avLst>
          </a:prstGeom>
          <a:solidFill>
            <a:srgbClr val="F4F7F9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73736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11680" y="1737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التحليلات — Analytics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60120" y="2606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قمع التحويل: استلام ← تواصل ← تنفيذ ← اكتمال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3832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الطلبات الشهرية لآخر 6 شهور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1605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مؤشرات: التحويل، التقييم، المشاريع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9377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رصد الموسمية واتجاهات النمو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الملف والإعدادات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309360" y="1463040"/>
            <a:ext cx="521208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173736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62940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80960" y="17373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الملف — Profile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629400" y="26517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بيانات شركتك كما تظهر للعملاء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29400" y="34747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الخدمات ووسائل التواصل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29400" y="42976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يديرها فريق أدمن العاصمة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521208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73736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11680" y="1737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الإعدادات — Settings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60120" y="2606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إشعارات المتصفح الفورية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33832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الربط مع بوت تليجرام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41605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إشعارات البريد وSMS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60120" y="49377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تقرير أسبوعي مُلخّص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B2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ابدأ من نظرة عامة، وتابع طلباتك يومياً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AEC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واحدة تدير بها نشاطك بالكامل على منصة العاصمة الرقمية.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9692640" y="6858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685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2026-07-18T15:35:27Z</dcterms:created>
  <dcterms:modified xsi:type="dcterms:W3CDTF">2026-07-18T15:35:27Z</dcterms:modified>
</cp:coreProperties>
</file>